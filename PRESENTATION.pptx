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eappliances-ai-tool-prototype.onrender.co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4" Type="http://schemas.openxmlformats.org/officeDocument/2006/relationships/image" Target="../media/image4.png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Internal Tool Builder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Vision, Architecture &amp; Value Proposition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“Enable non-technical employees to build functional internal tools using natural language, without writing code.”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Traditional app development requires: - </a:t>
            </a:r>
            <a:r>
              <a:rPr b="1"/>
              <a:t>Technical expertise</a:t>
            </a:r>
            <a:r>
              <a:rPr/>
              <a:t> (HTML, CSS, JavaScript) - </a:t>
            </a:r>
            <a:r>
              <a:rPr b="1"/>
              <a:t>Development cycles</a:t>
            </a:r>
            <a:r>
              <a:rPr/>
              <a:t> (days to weeks) - </a:t>
            </a:r>
            <a:r>
              <a:rPr b="1"/>
              <a:t>IT involvement</a:t>
            </a:r>
            <a:r>
              <a:rPr/>
              <a:t> for every small tool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Simple internal tools (calculators, dashboards, trackers) either don’t get built, or take weeks to deliver.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Vision: From Prompt to Product</a:t>
            </a:r>
          </a:p>
        </p:txBody>
      </p:sp>
      <p:pic>
        <p:nvPicPr>
          <p:cNvPr descr="./architecture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user types: </a:t>
            </a:r>
            <a:r>
              <a:rPr i="1"/>
              <a:t>“Create an inventory tracker for my department”</a:t>
            </a:r>
          </a:p>
          <a:p>
            <a:pPr lvl="0" indent="0" marL="0">
              <a:buNone/>
            </a:pPr>
            <a:r>
              <a:rPr/>
              <a:t>Within minutes, they receive a </a:t>
            </a:r>
            <a:r>
              <a:rPr b="1"/>
              <a:t>working, tested, deployable application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</a:t>
            </a:r>
            <a:r>
              <a:rPr b="1"/>
              <a:t>Try it now</a:t>
            </a:r>
            <a:r>
              <a:rPr/>
              <a:t>: </a:t>
            </a:r>
            <a:r>
              <a:rPr>
                <a:hlinkClick r:id="rId2"/>
              </a:rPr>
              <a:t>https://geappliances-ai-tool-prototype.onrender.com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User Interface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Home: Describe What You Want to Build</a:t>
            </a:r>
          </a:p>
        </p:txBody>
      </p:sp>
      <p:pic>
        <p:nvPicPr>
          <p:cNvPr descr="./ui_ho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41400"/>
            <a:ext cx="51054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Live Preview: Watch Your App Come to Life</a:t>
            </a:r>
          </a:p>
        </p:txBody>
      </p:sp>
      <p:pic>
        <p:nvPicPr>
          <p:cNvPr descr="./ui_preview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673100"/>
            <a:ext cx="51054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Live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Library: Manage Your Deployed Tools</a:t>
            </a:r>
          </a:p>
        </p:txBody>
      </p:sp>
      <p:pic>
        <p:nvPicPr>
          <p:cNvPr descr="./ui_library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673100"/>
            <a:ext cx="5105400" cy="294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Tool Library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Architecture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Multi-Agent Collaboration</a:t>
            </a:r>
          </a:p>
          <a:p>
            <a:pPr lvl="0" indent="0" marL="0">
              <a:buNone/>
            </a:pPr>
            <a:r>
              <a:rPr/>
              <a:t>Three specialized LLM agents work together: | Agent | Role | |——-|——| | </a:t>
            </a:r>
            <a:r>
              <a:rPr b="1"/>
              <a:t>Planner</a:t>
            </a:r>
            <a:r>
              <a:rPr/>
              <a:t> | Translates user intent into structured requirements | | </a:t>
            </a:r>
            <a:r>
              <a:rPr b="1"/>
              <a:t>Coder</a:t>
            </a:r>
            <a:r>
              <a:rPr/>
              <a:t> | Generates complete, functional HTML/CSS/JS | | </a:t>
            </a:r>
            <a:r>
              <a:rPr b="1"/>
              <a:t>Critic</a:t>
            </a:r>
            <a:r>
              <a:rPr/>
              <a:t> | Reviews output for security, completeness, and quality |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Iterative Self-Correction</a:t>
            </a:r>
          </a:p>
          <a:p>
            <a:pPr lvl="0" indent="0" marL="0">
              <a:buNone/>
            </a:pPr>
            <a:r>
              <a:rPr/>
              <a:t>Unlike single-shot generation: - Code is </a:t>
            </a:r>
            <a:r>
              <a:rPr b="1"/>
              <a:t>tested automatically</a:t>
            </a:r>
            <a:r>
              <a:rPr/>
              <a:t> using browser automation - Failures produce </a:t>
            </a:r>
            <a:r>
              <a:rPr b="1"/>
              <a:t>specific error messages</a:t>
            </a:r>
            <a:r>
              <a:rPr/>
              <a:t> fed back to the LLM - System iterates until the code </a:t>
            </a:r>
            <a:r>
              <a:rPr b="1"/>
              <a:t>actually works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Secure by Design</a:t>
            </a:r>
          </a:p>
          <a:p>
            <a:pPr lvl="0"/>
            <a:r>
              <a:rPr/>
              <a:t>Generated apps run in a </a:t>
            </a:r>
            <a:r>
              <a:rPr b="1"/>
              <a:t>sandboxed environment</a:t>
            </a:r>
          </a:p>
          <a:p>
            <a:pPr lvl="0"/>
            <a:r>
              <a:rPr/>
              <a:t>No access to external APIs or databases</a:t>
            </a:r>
          </a:p>
          <a:p>
            <a:pPr lvl="0"/>
            <a:r>
              <a:rPr/>
              <a:t>All AI calls and data storage go through </a:t>
            </a:r>
            <a:r>
              <a:rPr b="1"/>
              <a:t>controlled runtime helpers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This Different?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300"/>
                <a:gridCol w="3797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 Code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DS-Star Pipeline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Generates code, hopes it works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Generates, tests, fixes until it works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LLM 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Multiple specialized agents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Playwright-based smoke tests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Static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Self-correcting loop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Business Users</a:t>
            </a:r>
          </a:p>
          <a:p>
            <a:pPr lvl="0"/>
            <a:r>
              <a:rPr b="1"/>
              <a:t>Hours → Minutes</a:t>
            </a:r>
            <a:r>
              <a:rPr/>
              <a:t>: Build tools in the time it takes to describe them</a:t>
            </a:r>
          </a:p>
          <a:p>
            <a:pPr lvl="0"/>
            <a:r>
              <a:rPr b="1"/>
              <a:t>No Dependencies</a:t>
            </a:r>
            <a:r>
              <a:rPr/>
              <a:t>: Don’t wait for IT to build simple dashboards</a:t>
            </a:r>
          </a:p>
          <a:p>
            <a:pPr lvl="0"/>
            <a:r>
              <a:rPr b="1"/>
              <a:t>Iterate Quickly</a:t>
            </a:r>
            <a:r>
              <a:rPr/>
              <a:t>: Refine with natural language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IT/Engineering</a:t>
            </a:r>
          </a:p>
          <a:p>
            <a:pPr lvl="0"/>
            <a:r>
              <a:rPr b="1"/>
              <a:t>Reduced Ticket Volume</a:t>
            </a:r>
            <a:r>
              <a:rPr/>
              <a:t>: Fewer requests for basic internal tools</a:t>
            </a:r>
          </a:p>
          <a:p>
            <a:pPr lvl="0"/>
            <a:r>
              <a:rPr b="1"/>
              <a:t>Guardrails Built-In</a:t>
            </a:r>
            <a:r>
              <a:rPr/>
              <a:t>: Security policies enforced automatically</a:t>
            </a:r>
          </a:p>
          <a:p>
            <a:pPr lvl="0"/>
            <a:r>
              <a:rPr b="1"/>
              <a:t>Audit Trail</a:t>
            </a:r>
            <a:r>
              <a:rPr/>
              <a:t>: Every generation logged with full history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the Organization</a:t>
            </a:r>
          </a:p>
          <a:p>
            <a:pPr lvl="0"/>
            <a:r>
              <a:rPr b="1"/>
              <a:t>Democratized Development</a:t>
            </a:r>
            <a:r>
              <a:rPr/>
              <a:t>: Anyone can create tools</a:t>
            </a:r>
          </a:p>
          <a:p>
            <a:pPr lvl="0"/>
            <a:r>
              <a:rPr b="1"/>
              <a:t>Standardized Output</a:t>
            </a:r>
            <a:r>
              <a:rPr/>
              <a:t>: Consistent, branded, secure applications</a:t>
            </a:r>
          </a:p>
          <a:p>
            <a:pPr lvl="0"/>
            <a:r>
              <a:rPr b="1"/>
              <a:t>Knowledge Capture</a:t>
            </a:r>
            <a:r>
              <a:rPr/>
              <a:t>: Tools can be deployed and shared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Operations</a:t>
            </a:r>
            <a:r>
              <a:rPr/>
              <a:t>: Inventory trackers, scheduling tools, status dashboards</a:t>
            </a:r>
          </a:p>
          <a:p>
            <a:pPr lvl="0" indent="-342900" marL="342900">
              <a:buAutoNum type="arabicPeriod"/>
            </a:pPr>
            <a:r>
              <a:rPr b="1"/>
              <a:t>Finance</a:t>
            </a:r>
            <a:r>
              <a:rPr/>
              <a:t>: Calculators, report generators, data visualizers</a:t>
            </a:r>
          </a:p>
          <a:p>
            <a:pPr lvl="0" indent="-342900" marL="342900">
              <a:buAutoNum type="arabicPeriod"/>
            </a:pPr>
            <a:r>
              <a:rPr b="1"/>
              <a:t>HR</a:t>
            </a:r>
            <a:r>
              <a:rPr/>
              <a:t>: Survey tools, onboarding checklists, training trackers</a:t>
            </a:r>
          </a:p>
          <a:p>
            <a:pPr lvl="0" indent="-342900" marL="342900">
              <a:buAutoNum type="arabicPeriod"/>
            </a:pPr>
            <a:r>
              <a:rPr b="1"/>
              <a:t>Engineering</a:t>
            </a:r>
            <a:r>
              <a:rPr/>
              <a:t>: Data explorers, log analyzers, internal utilities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┌─────────────────────────────────────────────────────┐
│               ITERATIVE REFINEMENT                  │
│                                                     │
│   Prompt → Plan → Code → Critique → Test → Deploy  │
│              ↑                        │             │
│              └────── Fix &amp; Retry ←────┘             │
│                                                     │
└─────────────────────────────────────────────────────┘</a:t>
            </a:r>
          </a:p>
          <a:p>
            <a:pPr lvl="0"/>
            <a:r>
              <a:rPr b="1"/>
              <a:t>Accumulated Error Memory</a:t>
            </a:r>
            <a:r>
              <a:rPr/>
              <a:t>: Past failures inform future iterations</a:t>
            </a:r>
          </a:p>
          <a:p>
            <a:pPr lvl="0"/>
            <a:r>
              <a:rPr b="1"/>
              <a:t>Structured Error Feedback</a:t>
            </a:r>
            <a:r>
              <a:rPr/>
              <a:t>: LLM receives actionable fix instructions</a:t>
            </a:r>
          </a:p>
          <a:p>
            <a:pPr lvl="0"/>
            <a:r>
              <a:rPr b="1"/>
              <a:t>Runtime Helpers</a:t>
            </a:r>
            <a:r>
              <a:rPr/>
              <a:t>: Built-in AI and storage APIs for generated apps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Challenges &amp; Considerations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 Risks</a:t>
            </a:r>
          </a:p>
          <a:p>
            <a:pPr lvl="0"/>
            <a:r>
              <a:rPr b="1"/>
              <a:t>Prompt Injection</a:t>
            </a:r>
            <a:r>
              <a:rPr/>
              <a:t>: Malicious prompts could attempt to generate harmful code</a:t>
            </a:r>
          </a:p>
          <a:p>
            <a:pPr lvl="0"/>
            <a:r>
              <a:rPr b="1"/>
              <a:t>Data Exposure</a:t>
            </a:r>
            <a:r>
              <a:rPr/>
              <a:t>: Generated apps must not access sensitive internal systems without proper auth</a:t>
            </a:r>
          </a:p>
          <a:p>
            <a:pPr lvl="0"/>
            <a:r>
              <a:rPr b="1"/>
              <a:t>Code Execution</a:t>
            </a:r>
            <a:r>
              <a:rPr/>
              <a:t>: Even sandboxed apps carry risk if sandbox is bypassed</a:t>
            </a:r>
          </a:p>
          <a:p>
            <a:pPr lvl="0" indent="0" marL="0">
              <a:buNone/>
            </a:pPr>
            <a:r>
              <a:rPr b="1"/>
              <a:t>Mitigations</a:t>
            </a:r>
            <a:r>
              <a:rPr/>
              <a:t>: CSP headers, forbidden API blocking, runtime proxies, code scanning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Reliability Concerns</a:t>
            </a:r>
          </a:p>
          <a:p>
            <a:pPr lvl="0"/>
            <a:r>
              <a:rPr b="1"/>
              <a:t>LLM Hallucinations</a:t>
            </a:r>
            <a:r>
              <a:rPr/>
              <a:t>: Generated code may appear correct but contain subtle bugs</a:t>
            </a:r>
          </a:p>
          <a:p>
            <a:pPr lvl="0"/>
            <a:r>
              <a:rPr b="1"/>
              <a:t>Non-Determinism</a:t>
            </a:r>
            <a:r>
              <a:rPr/>
              <a:t>: Same prompt can produce different results across runs</a:t>
            </a:r>
          </a:p>
          <a:p>
            <a:pPr lvl="0"/>
            <a:r>
              <a:rPr b="1"/>
              <a:t>Complex Requirements</a:t>
            </a:r>
            <a:r>
              <a:rPr/>
              <a:t>: Multi-step workflows may exceed single-page app capabilities</a:t>
            </a:r>
          </a:p>
          <a:p>
            <a:pPr lvl="0" indent="0" marL="0">
              <a:buNone/>
            </a:pPr>
            <a:r>
              <a:rPr b="1"/>
              <a:t>Mitigations</a:t>
            </a:r>
            <a:r>
              <a:rPr/>
              <a:t>: Automated smoke testing, iterative correction, human review before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Current Limitations</a:t>
            </a:r>
          </a:p>
          <a:p>
            <a:pPr lvl="0"/>
            <a:r>
              <a:rPr b="1"/>
              <a:t>No Database Access</a:t>
            </a:r>
            <a:r>
              <a:rPr/>
              <a:t>: Apps can only use local storage via runtime helpers</a:t>
            </a:r>
          </a:p>
          <a:p>
            <a:pPr lvl="0"/>
            <a:r>
              <a:rPr b="1"/>
              <a:t>Single-Page Only</a:t>
            </a:r>
            <a:r>
              <a:rPr/>
              <a:t>: Cannot generate multi-file or backend applications</a:t>
            </a:r>
          </a:p>
          <a:p>
            <a:pPr lvl="0"/>
            <a:r>
              <a:rPr b="1"/>
              <a:t>Styling Constraints</a:t>
            </a:r>
            <a:r>
              <a:rPr/>
              <a:t>: Output quality depends on LLM’s understanding of design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Honest Assessment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 State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tools (calculators, forms)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Works well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visualization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Requires iteration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workflows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May need manual intervention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Production-ready apps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Needs human review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Minutes, not weeks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Quality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Tested and validated before delivery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Sandboxed, no external access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Self-serve for all employees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Flexibility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Iterate with natural language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Built with the DS-Star Iterative Pipeline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2026-01-20T17:49:10Z</dcterms:created>
  <dcterms:modified xsi:type="dcterms:W3CDTF">2026-01-20T17:49:10Z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